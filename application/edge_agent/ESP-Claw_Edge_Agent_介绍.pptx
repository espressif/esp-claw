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ESP-Claw 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边缘 AI 智能体 · 基于 ESP32-S3 的嵌入式设备端 AI Agent 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383280"/>
            <a:ext cx="3931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"Turn user intent into device-aware help and action"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ESP-IDF v5.5.4  ·  FreeRTOS  ·  LVGL 9.4  ·  Lua 5.5  ·  Wi-Fi / 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PlatformIO / ESP32-S3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ESP-Claw Edge Agent 是一个运行在 ESP32-S3 微控制器上的设备端 AI 智能体固件，能够将用户意图转化为设备感知的自动化行动。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291840" cy="2194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设备端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本地运行 AI 智能体</a:t>
            </a:r>
            <a:br/>
            <a:r>
              <a:t>不依赖云端始终在线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291840" cy="2194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多平台 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QQ / 微信 / Telegram</a:t>
            </a:r>
            <a:br/>
            <a:r>
              <a:t>Feishu / Web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291840" cy="2194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硬件控制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GPIO / I2C / SPI / 摄像头</a:t>
            </a:r>
            <a:br/>
            <a:r>
              <a:t>音频 / 显示 / 舵机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ESP32-S3  ·  FreeRTOS  ·  LVGL 9.4  ·  Lua 5.5  ·  Wi-Fi  ·  mbedTLS  ·  FATFS  ·  MCP  ·  NVS  ·  mDNS  ·  cJSON  ·  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Microsoft YaHei"/>
              </a:defRPr>
            </a:pPr>
            <a:r>
              <a:t>Identity: On-device AI agent and execution companion  |  Personality: calm, clear, practical, polished  |  Mission: Turn user intent into device-aware help and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35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05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硬件层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05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ESP32-S3 (Xtensa LX7 Dual-Core)  ·  16MB Flash  ·  8MB PSRAM</a:t>
            </a:r>
            <a:br/>
            <a:r>
              <a:t>Camera (GC2145)  ·  LCD (ILI9341)  ·  I2S Audio  ·  WS2812 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9152"/>
            <a:ext cx="635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84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系统层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8455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FreeRTOS  ·  ESP-IDF v5.5.4  ·  Wi-Fi STA/AP  ·  FATFS + Wear Levelling</a:t>
            </a:r>
            <a:br/>
            <a:r>
              <a:t>NVS  ·  mbedTLS  ·  mDNS  ·  OTA Update  ·  SNTP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38144"/>
            <a:ext cx="635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63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463544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HTTP Server (Port 80)  ·  WebSocket  ·  REST API  ·  Captive DNS</a:t>
            </a:r>
            <a:br/>
            <a:r>
              <a:t>Web UI (SolidJS)  ·  CLI Console  ·  Config 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17136"/>
            <a:ext cx="635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425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智能体框架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542536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Claw Core (AI Agent Loop)  ·  Event Router  ·  Memory System</a:t>
            </a:r>
            <a:br/>
            <a:r>
              <a:t>Skill Manager  ·  MCP Client/Server  ·  Session 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96127"/>
            <a:ext cx="6350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15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能力层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21527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IM (QQ/微信/TG/Feishu/Web)  ·  Lua Script Engine  ·  Web Search</a:t>
            </a:r>
            <a:br/>
            <a:r>
              <a:t>LLM Inspection  ·  Scheduler  ·  File System  ·  Time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启动与运行时流程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NVS 初始化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加载设备配置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FATFS 挂载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挂载 /fatfs 文件系统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Wi-Fi 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STA 模式 + AP 回退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HTTP 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启动 Web + WebSocket 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72668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智能体核心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事件路由 → 记忆 → 技能 → 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937260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Claw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AI 智能体主循环启动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1018520" y="14630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CLI 注册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命令行接口就绪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74720"/>
            <a:ext cx="731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60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运行时存储路径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/fatfs/sessions          →  会话历史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/fatfs/memory/           →  长期记忆 (MEMORY.md)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/fatfs/skills/           →  技能文档与清单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/fatfs/scripts/          →  Lua 脚本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/fatfs/router_rules/     →  自动化规则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/fatfs/inbox/            →  消息附件存储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核心能力矩阵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9748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即时通讯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cap_im_qq — QQ Bot 接入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cap_im_tg — Telegram Bot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cap_im_feishu — 飞书/Lark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cap_im_wechat — 微信 (扫码登录)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cap_im_local — WebSocket Web IM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69748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974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 与搜索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Claw Core — AI 智能体主循环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cap_llm_inspect — LLM 图像识别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cap_web_search — Brave/Tavily 搜索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cap_session_mgr — 对话会话管理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cap_skill_mgr — 技能文档管理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269748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6974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设备控制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cap_lua — Lua 脚本执行引擎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20+ Lua 硬件模块 (GPIO/I2C/SPI...)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cap_scheduler — 定时任务调度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cap_router_mgr — 事件规则管理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cap_system — 系统信息查询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69748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697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协议与集成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7830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cap_mcp_client — MCP 协议客户端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cap_mcp_server — MCP 协议服务端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cap_files — 文件系统操作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cap_time — 时间/时区服务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HTTP REST API + WebSocket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731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1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支持的 LLM 后端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◉  Anthropic (Claude)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◉  OpenAI (GPT)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◉  阿里云百炼 (Qwen)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◉  自定义 OpenAI-Compatible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731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2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支持的硬件开发板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DFRobot K10 AI Camera Board  ·  Espressif ESP32-S3-DevKitC-1  ·  自定义面包板变体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Lua 脚本引擎 &amp; 硬件模块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内置 Lua 5.5 解释器，提供 20+ 硬件绑定模块，可通过 AI 自动生成并执行设备控制脚本。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ADC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模数转换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011680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I2S 录音/播放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011680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板管理查询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011680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按键事件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011680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摄像头采集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761488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延时/定时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761488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LVGL 绘图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761488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ESP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堆内存信息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761488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事件发布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761488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2807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GPIO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通用 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511296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5570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I2C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I2C 总线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3511296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35570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LED Strip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WS2812 灯带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511296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35570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MCPWM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舵机/PWM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511296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5570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SSD1306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OLED 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3511296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35570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文件 I/O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61104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43068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608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系统信息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4261104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43068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Touch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4608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触摸传感器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12080" y="4261104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43068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UART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4608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串口通信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4261104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0" y="43068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LCD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4608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液晶屏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4261104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29800" y="43068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IMU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4608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惯性测量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010912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056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Mag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5358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磁力计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71800" y="5010912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0" y="5056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Env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08960" y="5358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环境传感器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5010912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49240" y="5056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IR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5358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红外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5010912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9520" y="5056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Fuel Gauge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5358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电量计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2640" y="5010912"/>
            <a:ext cx="2011680" cy="6400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9800" y="50566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LCD Touch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9800" y="53583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触摸屏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MCP 协议与事件驱动架构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Model Context Protocol (MCP)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206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MCP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连接远程 MCP 服务器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发现并调用外部工具/资源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扩展智能体能力边界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支持 SSE 传输协议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mDNS 服务自动发现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1206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12064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对外暴露设备能力为 MCP 服务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工具注册与调用接口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资源暴露与管理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支持 SSE 传输协议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内部使用 mDNS 宣告服务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事件驱动架构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Claw Event Router 是系统的核心消息总线，负责在 IM 消息、计划任务、Lua 事件、MCP 调用、文件变更等事件源与智能体核心之间进行异步消息路由。</a:t>
            </a:r>
            <a:br/>
            <a:br/>
            <a:r>
              <a:t>事件类型: IM 消息  ·  定时触发  ·  WebSocket 事件  ·  文件变更  ·  按键/传感器  ·  MCP 调用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Web 服务与设备配置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25603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/api/config    读取配置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POST /api/config    更新配置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/api/status    系统状态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/api/capabilities  能力列表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POST /api/lua/modules   Lua 模块管理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/api/files/*   文件操作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/api/wechat/qr_login/* 微信登录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 /api/webim/status  Web IM 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474720" cy="25603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WebSocket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GET /ws/webim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实时双向 IM 聊天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浏览器端即时通讯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支持 JSON 消息格式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连接状态监控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自动重连机制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474720" cy="25603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Web UI &amp; 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SolidJS 前端框架构建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GZip 压缩嵌入固件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Captive DNS 门户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AP 模式: 192.168.4.1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移动端响应式设计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OTA 固件更新支持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731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3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24 项 NVS 配置字段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Wi-Fi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SSID / 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API Key / Backend / Model / Base 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QQ / Telegram / WeChat / Feishu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Brave / Tavily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能力模块开关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983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时区 (默认 CST-8)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构建与开发指南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快速开始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697480" cy="18288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1. 环境准备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. &lt;esp-idf-path&gt;/export.sh</a:t>
            </a:r>
            <a:br/>
            <a:r>
              <a:t>pip install esp-bmgr-assist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920240"/>
            <a:ext cx="2697480" cy="18288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2. 生成板级配置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idf.py gen-bmgr-config -c ./boards -b</a:t>
            </a:r>
            <a:br/>
            <a:r>
              <a:t>    esp32_S3_DevKitC_1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2697480" cy="18288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3. 菜单配置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idf.py menuconfig</a:t>
            </a:r>
            <a:br/>
            <a:r>
              <a:t>(配置 Wi-Fi / LLM / IM 等参数)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920240"/>
            <a:ext cx="2697480" cy="18288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4. 构建 &amp; 烧录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idf.py build</a:t>
            </a:r>
            <a:br/>
            <a:r>
              <a:t>idf.py flash monitor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731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4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分区方案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5029200" cy="14630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029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8MB Flash 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ota_0: 3MB (单 OTA 槽位)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emote: 3MB (SPIFFS 动画资源)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storage: 1.5MB (FATFS 持久存储)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NVS + OTA Data + PHY Init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72000"/>
            <a:ext cx="5029200" cy="14630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709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16MB Flash 方案 (推荐)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ota_0 + ota_1: 各 4MB (双 OTA)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emote: 3MB (SPIFFS 动画资源)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storage: 4MB (FATFS 持久存储)</a:t>
            </a:r>
          </a:p>
          <a:p>
            <a:pPr>
              <a:spcAft>
                <a:spcPts val="8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• NVS + OTA Data + PHY Init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88"/>
                </a:solidFill>
                <a:latin typeface="Microsoft YaHei"/>
              </a:defRPr>
            </a:pPr>
            <a:r>
              <a:t>关键依赖: esp_board_manager  ·  esp_emote_gfx  ·  mcp-c-sdk  ·  lvgl 9.4  ·  lua 5.5  ·  esp_codec_dev  ·  esp_video  ·  led_strip  ·  freetype  ·  libpng  ·  cJSON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项目目录结构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edge_agent/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main/main.c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922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CMakeLists.txt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partitions_*.csv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sdkconfig.defaults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  components/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app_config/        配置管理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http_server/       Web + WebSocket 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28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cmd_wifi/           WiFi CLI 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84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gen_bmgr_codes/    板级代码生成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  boards/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dfrobot_k10/       DFRobot K10 AI 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525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esp32_S3_DevKitC_1/ ESP32-S3 官方开发板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08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  fatfs_image/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646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memory/            Agent 记忆与身份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skills/            技能文档与清单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766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scripts/builtin/   预装 Lua 示例脚本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32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router_rules/      事件自动化规则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88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scheduler/         定时任务规则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447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static/            ESP-Claw.png 等静态资源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DD"/>
                </a:solidFill>
                <a:latin typeface="Microsoft YaHei"/>
              </a:defRPr>
            </a:pPr>
            <a:r>
              <a:t>  tools/              构建脚本与 IDF 补丁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2801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DD"/>
                </a:solidFill>
                <a:latin typeface="Microsoft YaHei"/>
              </a:defRPr>
            </a:pPr>
            <a:r>
              <a:t>  managed_components/  ESP-IDF 组件注册表依赖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265176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基于 ESP32-S3 的边缘 AI 智能体固件，将大语言模型能力带到嵌入式设备端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支持 5 种即时通讯平台接入，实现跨渠道的统一 AI 对话体验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内置 Lua 脚本引擎，GPIO / I2C / SPI / 摄像头 / 音频等 20+ 硬件模块可编程控制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事件驱动架构 + MCP 协议支持，可扩展、可组合的能力系统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完善的 Web 配置 UI、OTA 更新、分区管理，面向产品级应用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▸  Soul: Turn user intent into device-aware help and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ESP-IDF v5.5.4  ·  FreeRTOS  ·  LVGL 9.4  ·  Lua 5.5  ·  MCP  ·  WebSocket  ·  HTTP  ·  FATFS  ·  mbedTLS  ·  cJSON  ·  OTA  ·  Wi-Fi  ·  Bluetooth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